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5117750" cx="106918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312">
          <p15:clr>
            <a:srgbClr val="000000"/>
          </p15:clr>
        </p15:guide>
        <p15:guide id="2" orient="horz" pos="232">
          <p15:clr>
            <a:srgbClr val="000000"/>
          </p15:clr>
        </p15:guide>
        <p15:guide id="3" orient="horz" pos="8880">
          <p15:clr>
            <a:srgbClr val="000000"/>
          </p15:clr>
        </p15:guide>
        <p15:guide id="4" pos="3366">
          <p15:clr>
            <a:srgbClr val="000000"/>
          </p15:clr>
        </p15:guide>
        <p15:guide id="5" pos="240">
          <p15:clr>
            <a:srgbClr val="000000"/>
          </p15:clr>
        </p15:guide>
        <p15:guide id="6" pos="6506">
          <p15:clr>
            <a:srgbClr val="000000"/>
          </p15:clr>
        </p15:guide>
        <p15:guide id="7" pos="3186">
          <p15:clr>
            <a:srgbClr val="000000"/>
          </p15:clr>
        </p15:guide>
        <p15:guide id="8" pos="3552">
          <p15:clr>
            <a:srgbClr val="000000"/>
          </p15:clr>
        </p15:guide>
        <p15:guide id="9" pos="6318">
          <p15:clr>
            <a:srgbClr val="000000"/>
          </p15:clr>
        </p15:guide>
        <p15:guide id="10" pos="414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312" orient="horz"/>
        <p:guide pos="232" orient="horz"/>
        <p:guide pos="8880" orient="horz"/>
        <p:guide pos="3366"/>
        <p:guide pos="240"/>
        <p:guide pos="6506"/>
        <p:guide pos="3186"/>
        <p:guide pos="3552"/>
        <p:guide pos="6318"/>
        <p:guide pos="41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t" bIns="30675" lIns="61375" spcFirstLastPara="1" rIns="61375" wrap="square" tIns="306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97325" y="0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t" bIns="30675" lIns="61375" spcFirstLastPara="1" rIns="61375" wrap="square" tIns="306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192337" y="773112"/>
            <a:ext cx="2700337" cy="38179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62025" y="4848225"/>
            <a:ext cx="5210175" cy="4643437"/>
          </a:xfrm>
          <a:prstGeom prst="rect">
            <a:avLst/>
          </a:prstGeom>
          <a:noFill/>
          <a:ln>
            <a:noFill/>
          </a:ln>
        </p:spPr>
        <p:txBody>
          <a:bodyPr anchorCtr="0" anchor="t" bIns="30675" lIns="61375" spcFirstLastPara="1" rIns="61375" wrap="square" tIns="306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698037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b" bIns="30675" lIns="61375" spcFirstLastPara="1" rIns="61375" wrap="square" tIns="306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97325" y="9698037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b" bIns="30675" lIns="61375" spcFirstLastPara="1" rIns="61375" wrap="square" tIns="30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db8120023_0_12:notes"/>
          <p:cNvSpPr/>
          <p:nvPr>
            <p:ph idx="2" type="sldImg"/>
          </p:nvPr>
        </p:nvSpPr>
        <p:spPr>
          <a:xfrm>
            <a:off x="2192337" y="773112"/>
            <a:ext cx="2700300" cy="381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db8120023_0_12:notes"/>
          <p:cNvSpPr txBox="1"/>
          <p:nvPr>
            <p:ph idx="1" type="body"/>
          </p:nvPr>
        </p:nvSpPr>
        <p:spPr>
          <a:xfrm>
            <a:off x="962025" y="4848225"/>
            <a:ext cx="5210100" cy="4643400"/>
          </a:xfrm>
          <a:prstGeom prst="rect">
            <a:avLst/>
          </a:prstGeom>
        </p:spPr>
        <p:txBody>
          <a:bodyPr anchorCtr="0" anchor="t" bIns="30675" lIns="61375" spcFirstLastPara="1" rIns="61375" wrap="square" tIns="30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ddb8120023_0_12:notes"/>
          <p:cNvSpPr txBox="1"/>
          <p:nvPr>
            <p:ph idx="12" type="sldNum"/>
          </p:nvPr>
        </p:nvSpPr>
        <p:spPr>
          <a:xfrm>
            <a:off x="3997325" y="9698037"/>
            <a:ext cx="3086100" cy="516000"/>
          </a:xfrm>
          <a:prstGeom prst="rect">
            <a:avLst/>
          </a:prstGeom>
        </p:spPr>
        <p:txBody>
          <a:bodyPr anchorCtr="0" anchor="b" bIns="30675" lIns="61375" spcFirstLastPara="1" rIns="61375" wrap="square" tIns="30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/>
          <p:nvPr>
            <p:ph type="ctrTitle"/>
          </p:nvPr>
        </p:nvSpPr>
        <p:spPr>
          <a:xfrm>
            <a:off x="801688" y="4695825"/>
            <a:ext cx="9088437" cy="324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1" type="subTitle"/>
          </p:nvPr>
        </p:nvSpPr>
        <p:spPr>
          <a:xfrm>
            <a:off x="1603375" y="8566150"/>
            <a:ext cx="7485063" cy="386397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ctr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imes"/>
              <a:buNone/>
              <a:defRPr/>
            </a:lvl1pPr>
            <a:lvl2pPr lvl="1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Times"/>
              <a:buNone/>
              <a:defRPr/>
            </a:lvl2pPr>
            <a:lvl3pPr lvl="2" algn="ctr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Times"/>
              <a:buNone/>
              <a:defRPr/>
            </a:lvl3pPr>
            <a:lvl4pPr lvl="3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4pPr>
            <a:lvl5pPr lvl="4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5pPr>
            <a:lvl6pPr lvl="5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6pPr>
            <a:lvl7pPr lvl="6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7pPr>
            <a:lvl8pPr lvl="7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8pPr>
            <a:lvl9pPr lvl="8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 rot="5400000">
            <a:off x="2720182" y="6244432"/>
            <a:ext cx="12068175" cy="227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body"/>
          </p:nvPr>
        </p:nvSpPr>
        <p:spPr>
          <a:xfrm rot="5400000">
            <a:off x="-1901824" y="4046538"/>
            <a:ext cx="12068175" cy="6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 rot="5400000">
            <a:off x="807243" y="4334669"/>
            <a:ext cx="9070975" cy="9088437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type="title"/>
          </p:nvPr>
        </p:nvSpPr>
        <p:spPr>
          <a:xfrm>
            <a:off x="2095500" y="10582275"/>
            <a:ext cx="6415088" cy="1249363"/>
          </a:xfrm>
          <a:prstGeom prst="rect">
            <a:avLst/>
          </a:prstGeom>
          <a:noFill/>
          <a:ln>
            <a:noFill/>
          </a:ln>
        </p:spPr>
        <p:txBody>
          <a:bodyPr anchorCtr="0" anchor="b" bIns="73700" lIns="147425" spcFirstLastPara="1" rIns="147425" wrap="square" tIns="73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/>
          <p:nvPr>
            <p:ph idx="2" type="pic"/>
          </p:nvPr>
        </p:nvSpPr>
        <p:spPr>
          <a:xfrm>
            <a:off x="2095500" y="1350963"/>
            <a:ext cx="6415088" cy="9070975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2095500" y="11831638"/>
            <a:ext cx="6415088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/>
          <p:nvPr>
            <p:ph type="title"/>
          </p:nvPr>
        </p:nvSpPr>
        <p:spPr>
          <a:xfrm>
            <a:off x="534988" y="601663"/>
            <a:ext cx="3517900" cy="2562225"/>
          </a:xfrm>
          <a:prstGeom prst="rect">
            <a:avLst/>
          </a:prstGeom>
          <a:noFill/>
          <a:ln>
            <a:noFill/>
          </a:ln>
        </p:spPr>
        <p:txBody>
          <a:bodyPr anchorCtr="0" anchor="b" bIns="73700" lIns="147425" spcFirstLastPara="1" rIns="147425" wrap="square" tIns="73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4179888" y="601663"/>
            <a:ext cx="5976937" cy="129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9pPr>
          </a:lstStyle>
          <a:p/>
        </p:txBody>
      </p:sp>
      <p:sp>
        <p:nvSpPr>
          <p:cNvPr id="53" name="Google Shape;53;p6"/>
          <p:cNvSpPr txBox="1"/>
          <p:nvPr>
            <p:ph idx="2" type="body"/>
          </p:nvPr>
        </p:nvSpPr>
        <p:spPr>
          <a:xfrm>
            <a:off x="534988" y="3163888"/>
            <a:ext cx="3517900" cy="1034097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534988" y="604838"/>
            <a:ext cx="9621837" cy="2520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534988" y="3384550"/>
            <a:ext cx="47244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73700" lIns="147425" spcFirstLastPara="1" rIns="147425" wrap="square" tIns="73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534988" y="4794250"/>
            <a:ext cx="4724400" cy="8710613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9pPr>
          </a:lstStyle>
          <a:p/>
        </p:txBody>
      </p:sp>
      <p:sp>
        <p:nvSpPr>
          <p:cNvPr id="70" name="Google Shape;70;p9"/>
          <p:cNvSpPr txBox="1"/>
          <p:nvPr>
            <p:ph idx="3" type="body"/>
          </p:nvPr>
        </p:nvSpPr>
        <p:spPr>
          <a:xfrm>
            <a:off x="5430838" y="3384550"/>
            <a:ext cx="4725987" cy="14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73700" lIns="147425" spcFirstLastPara="1" rIns="147425" wrap="square" tIns="73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9pPr>
          </a:lstStyle>
          <a:p/>
        </p:txBody>
      </p:sp>
      <p:sp>
        <p:nvSpPr>
          <p:cNvPr id="71" name="Google Shape;71;p9"/>
          <p:cNvSpPr txBox="1"/>
          <p:nvPr>
            <p:ph idx="4" type="body"/>
          </p:nvPr>
        </p:nvSpPr>
        <p:spPr>
          <a:xfrm>
            <a:off x="5430838" y="4794250"/>
            <a:ext cx="4725987" cy="8710613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9pPr>
          </a:lstStyle>
          <a:p/>
        </p:txBody>
      </p:sp>
      <p:sp>
        <p:nvSpPr>
          <p:cNvPr id="72" name="Google Shape;72;p9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798513" y="4343400"/>
            <a:ext cx="4467225" cy="90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9pPr>
          </a:lstStyle>
          <a:p/>
        </p:txBody>
      </p:sp>
      <p:sp>
        <p:nvSpPr>
          <p:cNvPr id="78" name="Google Shape;78;p10"/>
          <p:cNvSpPr txBox="1"/>
          <p:nvPr>
            <p:ph idx="2" type="body"/>
          </p:nvPr>
        </p:nvSpPr>
        <p:spPr>
          <a:xfrm>
            <a:off x="5418138" y="4343400"/>
            <a:ext cx="4468812" cy="90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9pPr>
          </a:lstStyle>
          <a:p/>
        </p:txBody>
      </p:sp>
      <p:sp>
        <p:nvSpPr>
          <p:cNvPr id="79" name="Google Shape;79;p10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844550" y="9713913"/>
            <a:ext cx="9088438" cy="3003550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844550" y="6407150"/>
            <a:ext cx="9088438" cy="3306763"/>
          </a:xfrm>
          <a:prstGeom prst="rect">
            <a:avLst/>
          </a:prstGeom>
          <a:noFill/>
          <a:ln>
            <a:noFill/>
          </a:ln>
        </p:spPr>
        <p:txBody>
          <a:bodyPr anchorCtr="0" anchor="b" bIns="73700" lIns="147425" spcFirstLastPara="1" rIns="147425" wrap="square" tIns="73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" type="body"/>
          </p:nvPr>
        </p:nvSpPr>
        <p:spPr>
          <a:xfrm>
            <a:off x="798512" y="4343400"/>
            <a:ext cx="9088437" cy="90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360362" y="4019550"/>
            <a:ext cx="9967912" cy="100774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358775" y="368300"/>
            <a:ext cx="9969500" cy="2044700"/>
            <a:chOff x="226" y="232"/>
            <a:chExt cx="6280" cy="1288"/>
          </a:xfrm>
        </p:grpSpPr>
        <p:sp>
          <p:nvSpPr>
            <p:cNvPr id="12" name="Google Shape;12;p1"/>
            <p:cNvSpPr txBox="1"/>
            <p:nvPr/>
          </p:nvSpPr>
          <p:spPr>
            <a:xfrm>
              <a:off x="271" y="273"/>
              <a:ext cx="6189" cy="124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226" y="232"/>
              <a:ext cx="6280" cy="12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14;p1"/>
          <p:cNvSpPr txBox="1"/>
          <p:nvPr/>
        </p:nvSpPr>
        <p:spPr>
          <a:xfrm>
            <a:off x="360362" y="14243050"/>
            <a:ext cx="9967912" cy="539750"/>
          </a:xfrm>
          <a:prstGeom prst="rect">
            <a:avLst/>
          </a:prstGeom>
          <a:solidFill>
            <a:srgbClr val="2EAE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7225" y="14355762"/>
            <a:ext cx="525462" cy="34766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5629275" y="2936875"/>
            <a:ext cx="4408487" cy="1979612"/>
          </a:xfrm>
          <a:prstGeom prst="roundRect">
            <a:avLst>
              <a:gd fmla="val 16667" name="adj"/>
            </a:avLst>
          </a:prstGeom>
          <a:solidFill>
            <a:srgbClr val="D1F3F3"/>
          </a:solidFill>
          <a:ln cap="flat" cmpd="sng" w="19050">
            <a:solidFill>
              <a:srgbClr val="0073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932612" y="2651125"/>
            <a:ext cx="1800225" cy="4318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73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57225" y="2936875"/>
            <a:ext cx="4408487" cy="1979612"/>
          </a:xfrm>
          <a:prstGeom prst="roundRect">
            <a:avLst>
              <a:gd fmla="val 16667" name="adj"/>
            </a:avLst>
          </a:prstGeom>
          <a:solidFill>
            <a:srgbClr val="D1F3F3"/>
          </a:solidFill>
          <a:ln cap="flat" cmpd="sng" w="19050">
            <a:solidFill>
              <a:srgbClr val="0073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960562" y="2651125"/>
            <a:ext cx="1800225" cy="4318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73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" name="Google Shape;20;p1"/>
          <p:cNvSpPr txBox="1"/>
          <p:nvPr>
            <p:ph type="title"/>
          </p:nvPr>
        </p:nvSpPr>
        <p:spPr>
          <a:xfrm>
            <a:off x="801687" y="1346200"/>
            <a:ext cx="9088437" cy="251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147425" spcFirstLastPara="1" rIns="147425" wrap="square" tIns="73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" type="body"/>
          </p:nvPr>
        </p:nvSpPr>
        <p:spPr>
          <a:xfrm>
            <a:off x="798512" y="4343400"/>
            <a:ext cx="9088437" cy="90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-558800" lvl="0" marL="457200" marR="0" rtl="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imes"/>
              <a:buChar char="•"/>
              <a:defRPr b="0" i="0" sz="5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514350" lvl="1" marL="9144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Times"/>
              <a:buChar char="–"/>
              <a:defRPr b="0" i="0" sz="4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476250" lvl="2" marL="1371600" marR="0" rtl="0" algn="l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Times"/>
              <a:buChar char="•"/>
              <a:defRPr b="0" i="0" sz="39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431800" lvl="3" marL="18288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–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431800" lvl="4" marL="22860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431800" lvl="5" marL="2743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-431800" lvl="6" marL="3200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-431800" lvl="7" marL="3657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-431800" lvl="8" marL="41148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»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0" type="dt"/>
          </p:nvPr>
        </p:nvSpPr>
        <p:spPr>
          <a:xfrm>
            <a:off x="801687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1" type="ftr"/>
          </p:nvPr>
        </p:nvSpPr>
        <p:spPr>
          <a:xfrm>
            <a:off x="3651250" y="13771562"/>
            <a:ext cx="33893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2" type="sldNum"/>
          </p:nvPr>
        </p:nvSpPr>
        <p:spPr>
          <a:xfrm>
            <a:off x="7661275" y="13771562"/>
            <a:ext cx="22288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73700" lIns="147425" spcFirstLastPara="1" rIns="147425" wrap="square" tIns="73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"/>
              <a:buNone/>
              <a:defRPr b="0" i="0" sz="23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0387000" cy="1475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新しいプレゼンテーション">
  <a:themeElements>
    <a:clrScheme name="新しいプレゼンテーショ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